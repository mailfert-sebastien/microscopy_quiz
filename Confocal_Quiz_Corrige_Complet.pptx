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474720"/>
            <a:ext cx="2286000" cy="22860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FRESNEL · OPTICAL MICROSCOPY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Confocal Microscopy Quiz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395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Corrigé complet — DAPI / AF488 / AF568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5486400" cy="123444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017520"/>
            <a:ext cx="54864" cy="1234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090672"/>
            <a:ext cx="5212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 </a:t>
            </a:r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Cellules HeLa fixées marquées DAPI (noyau), AF488 (actine), AF568 (protéine membranaire). Objectif : acquérir un z-stack 3D sur confocal.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3063240"/>
            <a:ext cx="2606040" cy="329184"/>
          </a:xfrm>
          <a:prstGeom prst="rect">
            <a:avLst/>
          </a:prstGeom>
          <a:solidFill>
            <a:srgbClr val="1E2D42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3154680"/>
            <a:ext cx="146304" cy="146304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0998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DAPI — noyau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3493008"/>
            <a:ext cx="2606040" cy="329184"/>
          </a:xfrm>
          <a:prstGeom prst="rect">
            <a:avLst/>
          </a:prstGeom>
          <a:solidFill>
            <a:srgbClr val="1E2D42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358444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529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AF488 — actine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3913632"/>
            <a:ext cx="2606040" cy="329184"/>
          </a:xfrm>
          <a:prstGeom prst="rect">
            <a:avLst/>
          </a:prstGeom>
          <a:solidFill>
            <a:srgbClr val="1E2D42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4005072"/>
            <a:ext cx="146304" cy="146304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950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AF568 — membrane</a:t>
            </a:r>
            <a:endParaRPr lang="en-US" sz="1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4617720"/>
            <a:ext cx="1828800" cy="38404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57200" y="4645152"/>
            <a:ext cx="1371600" cy="32004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6451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Questions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Laser Selection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658368"/>
            <a:ext cx="8503920" cy="86868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658368"/>
            <a:ext cx="54864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694944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laser combination is best suited to excite DAPI, Alexa Fluor 488, and Alexa Fluor 568?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1687139" y="1581912"/>
            <a:ext cx="5769722" cy="164592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859" y="1627632"/>
            <a:ext cx="5678282" cy="1554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32859" y="3236976"/>
            <a:ext cx="56782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Excitation (dashed) &amp; emission (filled) spectra — FPbase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20040" y="3502152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11480" y="3462147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1480" y="346214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04672" y="3538728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 nm / 488 nm / 514 nm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20040" y="3769614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11480" y="3729609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1480" y="372960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04672" y="3806190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 nm / 488 nm / 638 nm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320040" y="4037076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11480" y="3997071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11480" y="39970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804672" y="4073652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 nm / 488 nm / 561 nm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320040" y="4304538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4264533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11480" y="42645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804672" y="4341114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488 nm / 514 nm / 561 nm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Laser Selection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658368"/>
            <a:ext cx="8503920" cy="86868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658368"/>
            <a:ext cx="54864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694944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laser combination is best suited to excite DAPI, Alexa Fluor 488, and Alexa Fluor 568?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20040" y="3502152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3462147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346214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4672" y="3538728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 nm / 488 nm / 514 nm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0040" y="3769614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3729609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372960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04672" y="3806190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 nm / 488 nm / 638 nm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0040" y="4037076"/>
            <a:ext cx="8503920" cy="212598"/>
          </a:xfrm>
          <a:prstGeom prst="rect">
            <a:avLst/>
          </a:prstGeom>
          <a:solidFill>
            <a:srgbClr val="0F231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3997071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9970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" y="4073652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 nm / 488 nm / 561 nm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20040" y="4304538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4264533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2645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4672" y="4341114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488 nm / 514 nm / 561 nm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Laser Selection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713232"/>
            <a:ext cx="8503920" cy="90068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998982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99898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749808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43000" y="758952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514 nm is a rare Argon laser line absent from modern confocals.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1668780"/>
            <a:ext cx="8503920" cy="90068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1954530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195453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" y="1705356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3000" y="1714500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 nm targets far-red dyes like AF647, not AF568.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2624328"/>
            <a:ext cx="8503920" cy="900684"/>
          </a:xfrm>
          <a:prstGeom prst="rect">
            <a:avLst/>
          </a:prstGeom>
          <a:solidFill>
            <a:srgbClr val="0F231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2910078"/>
            <a:ext cx="329184" cy="3291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291007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2960" y="2660904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3000" y="2670048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 nm → DAPI (ex ~360 nm). 488 nm → AF488 (ex ~493 nm). 561 nm → AF568 (ex ~578 nm). Perfect match.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" y="3579876"/>
            <a:ext cx="8503920" cy="90068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3865626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38656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2960" y="3616452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43000" y="3625596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405 nm line — DAPI would not be excited at all.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Spectral Bleed-Through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658368"/>
            <a:ext cx="8503920" cy="86868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658368"/>
            <a:ext cx="54864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694944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Simultaneous acquisition: orange signal appears in actin (green-only) structures. Most likely cause?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1439784" y="1581912"/>
            <a:ext cx="6264433" cy="164592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504" y="1627632"/>
            <a:ext cx="6172993" cy="1554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85504" y="3236976"/>
            <a:ext cx="617299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box: AF488 detection window. Orange box: AF568 detection window — FPbase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20040" y="3502152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11480" y="3462147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1480" y="346214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04672" y="3538728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561 nm laser directly excites AF488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20040" y="3769614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11480" y="3729609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1480" y="372960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04672" y="3806190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AF488 emission tail bleeds into the AF568 detection window (spectral bleed-through)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320040" y="4037076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11480" y="3997071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11480" y="39970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804672" y="4073652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AF568 is also excited at 488 nm, generating signal in actin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320040" y="4304538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4264533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11480" y="42645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804672" y="4341114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pinhole is too large, mixing focal planes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Spectral Bleed-Through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658368"/>
            <a:ext cx="8503920" cy="86868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658368"/>
            <a:ext cx="54864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694944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Simultaneous acquisition: orange signal appears in actin (green-only) structures. Most likely cause?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20040" y="3502152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3462147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346214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4672" y="3538728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561 nm laser directly excites AF488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0040" y="3769614"/>
            <a:ext cx="8503920" cy="212598"/>
          </a:xfrm>
          <a:prstGeom prst="rect">
            <a:avLst/>
          </a:prstGeom>
          <a:solidFill>
            <a:srgbClr val="0F231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3729609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372960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04672" y="3806190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AF488 emission tail bleeds into the AF568 detection window (spectral bleed-through)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0040" y="4037076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3997071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9970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04672" y="4073652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AF568 is also excited at 488 nm, generating signal in actin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20040" y="4304538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4264533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2645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4672" y="4341114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pinhole is too large, mixing focal planes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Spectral Bleed-Through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713232"/>
            <a:ext cx="8503920" cy="90068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998982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99898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749808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43000" y="758952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561 nm cannot excite AF488 (absorption essentially zero at 561 nm).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1668780"/>
            <a:ext cx="8503920" cy="900684"/>
          </a:xfrm>
          <a:prstGeom prst="rect">
            <a:avLst/>
          </a:prstGeom>
          <a:solidFill>
            <a:srgbClr val="0F231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1954530"/>
            <a:ext cx="329184" cy="3291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195453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" y="1705356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3000" y="1714500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AF488 emission tail extends into the AF568 detection window. Eliminated by sequential acquisition.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2624328"/>
            <a:ext cx="8503920" cy="90068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2910078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291007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2960" y="2660904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3000" y="2670048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AF568 does have ~4% cross-excitation at 488 nm, but this causes orange signal in orange-labelled structures, not in actin.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" y="3579876"/>
            <a:ext cx="8503920" cy="90068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3865626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38656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2960" y="3616452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43000" y="3625596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pinhole causes Z-mixing, not cross-channel contamination.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— Oil vs. Water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658368"/>
            <a:ext cx="8503920" cy="86868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658368"/>
            <a:ext cx="54864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694944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63× objective is better suited for fixed HeLa cells mounted in Mowiol?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20040" y="1627632"/>
            <a:ext cx="8503920" cy="68122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821942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18219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4672" y="1664208"/>
            <a:ext cx="786384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63× / NA 1.2 — Water. Better index match with biological samples (n ≈ 1.33)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0040" y="2363724"/>
            <a:ext cx="8503920" cy="68122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2558034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25580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04672" y="2400300"/>
            <a:ext cx="786384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63× / NA 1.4 — Oil. Higher NA → better resolution; oil matches Mowiol (n ≈ 1.52)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0040" y="3099816"/>
            <a:ext cx="8503920" cy="68122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3294126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29412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04672" y="3136392"/>
            <a:ext cx="786384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equivalent — NA does not affect resolution on fixed cells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20040" y="3835908"/>
            <a:ext cx="8503920" cy="68122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4030218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03021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4672" y="3872484"/>
            <a:ext cx="786384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63× / NA 1.2 — Water is always better for fluorescence imaging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— Oil vs. Water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658368"/>
            <a:ext cx="8503920" cy="86868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658368"/>
            <a:ext cx="54864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694944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63× objective is better suited for fixed HeLa cells mounted in Mowiol?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20040" y="1627632"/>
            <a:ext cx="8503920" cy="68122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821942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18219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4672" y="1664208"/>
            <a:ext cx="786384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63× / NA 1.2 — Water. Better index match with biological samples (n ≈ 1.33)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0040" y="2363724"/>
            <a:ext cx="8503920" cy="681228"/>
          </a:xfrm>
          <a:prstGeom prst="rect">
            <a:avLst/>
          </a:prstGeom>
          <a:solidFill>
            <a:srgbClr val="0F231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2558034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25580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04672" y="2400300"/>
            <a:ext cx="786384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63× / NA 1.4 — Oil. Higher NA → better resolution; oil matches Mowiol (n ≈ 1.52)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0040" y="3099816"/>
            <a:ext cx="8503920" cy="68122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3294126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29412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04672" y="3136392"/>
            <a:ext cx="786384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equivalent — NA does not affect resolution on fixed cells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20040" y="3835908"/>
            <a:ext cx="8503920" cy="68122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4030218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03021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4672" y="3872484"/>
            <a:ext cx="786384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63× / NA 1.2 — Water is always better for fluorescence imaging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— Oil vs. Water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713232"/>
            <a:ext cx="8503920" cy="90068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998982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99898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749808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43000" y="758952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(n=1.33) creates severe index mismatch with Mowiol (n=1.52) → strong spherical aberration.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1668780"/>
            <a:ext cx="8503920" cy="900684"/>
          </a:xfrm>
          <a:prstGeom prst="rect">
            <a:avLst/>
          </a:prstGeom>
          <a:solidFill>
            <a:srgbClr val="0F231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1954530"/>
            <a:ext cx="329184" cy="3291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195453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" y="1705356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3000" y="1714500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(n=1.515) ≈ Mowiol (n=1.52) → minimal aberration. NA 1.4 gives r = 0.61×488/1.4 = 213 nm vs 248 nm for NA 1.2.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2624328"/>
            <a:ext cx="8503920" cy="90068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2910078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291007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2960" y="2660904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3000" y="2670048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directly determines lateral resolution: r = 0.61 λ/NA.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" y="3579876"/>
            <a:ext cx="8503920" cy="90068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3865626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38656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2960" y="3616452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43000" y="3625596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better for LIVE imaging where sample n ≈ 1.33. Fixed cells in Mowiol require oil.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Pinhole Size Trade-off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658368"/>
            <a:ext cx="8503920" cy="86868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658368"/>
            <a:ext cx="54864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694944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reduce the pinhole from 2 AU to 0.5 AU. According to the graphs, what is the main trade-off?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417094" y="1581912"/>
            <a:ext cx="2309813" cy="164592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814" y="1627632"/>
            <a:ext cx="2218373" cy="1554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62814" y="3236976"/>
            <a:ext cx="221837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thickness (left), lateral resolution (top right), transmission (bottom right) vs pinhole diameter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20040" y="3502152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11480" y="3462147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1480" y="346214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04672" y="3538728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axial resolution AND more signal — always reduce the pinhole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20040" y="3769614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11480" y="3729609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1480" y="372960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04672" y="3806190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in axial resolution — pinhole only affects brightness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320040" y="4037076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11480" y="3997071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11480" y="39970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804672" y="4073652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Thinner optical section, but sharply reduced light transmission → lower SNR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320040" y="4304538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4264533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11480" y="42645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804672" y="4341114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lateral resolution only — section thickness not affected by pinhole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Pinhole Size Trade-off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658368"/>
            <a:ext cx="8503920" cy="86868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658368"/>
            <a:ext cx="54864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694944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reduce the pinhole from 2 AU to 0.5 AU. According to the graphs, what is the main trade-off?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20040" y="3502152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3462147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346214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4672" y="3538728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axial resolution AND more signal — always reduce the pinhole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0040" y="3769614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3729609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372960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04672" y="3806190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in axial resolution — pinhole only affects brightness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0040" y="4037076"/>
            <a:ext cx="8503920" cy="212598"/>
          </a:xfrm>
          <a:prstGeom prst="rect">
            <a:avLst/>
          </a:prstGeom>
          <a:solidFill>
            <a:srgbClr val="0F231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3997071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9970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" y="4073652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Thinner optical section, but sharply reduced light transmission → lower SNR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20040" y="4304538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4264533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2645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4672" y="4341114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lateral resolution only — section thickness not affected by pinhole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Pinhole Size Trade-off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713232"/>
            <a:ext cx="8503920" cy="90068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998982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99898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749808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43000" y="758952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drops steeply below 1 AU — clearly visible in the transmission graph.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1668780"/>
            <a:ext cx="8503920" cy="90068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1954530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195453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" y="1705356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3000" y="1714500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slice thickness graph shows a clear improvement in section thinness as pinhole closes.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2624328"/>
            <a:ext cx="8503920" cy="900684"/>
          </a:xfrm>
          <a:prstGeom prst="rect">
            <a:avLst/>
          </a:prstGeom>
          <a:solidFill>
            <a:srgbClr val="0F231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2910078"/>
            <a:ext cx="329184" cy="3291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291007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2960" y="2660904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3000" y="2670048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 = optimal compromise: 84% transmission + good z-sectioning. At 0.5 AU, only ~40% light passes.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" y="3579876"/>
            <a:ext cx="8503920" cy="90068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3865626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38656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2960" y="3616452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43000" y="3625596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resolution graph shows only marginal lateral improvement. The main gain is in z-sectioning, not lateral.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Mounting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658368"/>
            <a:ext cx="8503920" cy="86868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658368"/>
            <a:ext cx="54864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694944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63× oil objective (NA 1.4, designed for coverslip #1.5). Which mounting setup gives best image quality?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20040" y="1627632"/>
            <a:ext cx="8503920" cy="68122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821942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18219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4672" y="1664208"/>
            <a:ext cx="786384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slide + PBS (n=1.33) + cells on coverslip #1.5 + no medium + oil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0040" y="2363724"/>
            <a:ext cx="8503920" cy="68122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2558034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25580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04672" y="2400300"/>
            <a:ext cx="786384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Petri dish (n=1.59) + culture medium + cells on plastic + oil from below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0040" y="3099816"/>
            <a:ext cx="8503920" cy="68122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3294126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29412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04672" y="3136392"/>
            <a:ext cx="786384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slide + Mowiol (n≈1.52) + cells on coverslip #1.5 + oil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20040" y="3835908"/>
            <a:ext cx="8503920" cy="68122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4030218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03021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4672" y="3872484"/>
            <a:ext cx="786384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slide + water (n=1.33) + cells on coverslip #1 (0.13 mm) + oil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Mounting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658368"/>
            <a:ext cx="8503920" cy="86868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658368"/>
            <a:ext cx="54864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694944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63× oil objective (NA 1.4, designed for coverslip #1.5). Which mounting setup gives best image quality?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20040" y="1627632"/>
            <a:ext cx="8503920" cy="68122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821942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18219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4672" y="1664208"/>
            <a:ext cx="786384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slide + PBS (n=1.33) + cells on coverslip #1.5 + no medium + oil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0040" y="2363724"/>
            <a:ext cx="8503920" cy="68122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2558034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25580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04672" y="2400300"/>
            <a:ext cx="786384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Petri dish (n=1.59) + culture medium + cells on plastic + oil from below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0040" y="3099816"/>
            <a:ext cx="8503920" cy="681228"/>
          </a:xfrm>
          <a:prstGeom prst="rect">
            <a:avLst/>
          </a:prstGeom>
          <a:solidFill>
            <a:srgbClr val="0F231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3294126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29412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" y="3136392"/>
            <a:ext cx="786384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slide + Mowiol (n≈1.52) + cells on coverslip #1.5 + oil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20040" y="3835908"/>
            <a:ext cx="8503920" cy="68122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4030218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03021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4672" y="3872484"/>
            <a:ext cx="786384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slide + water (n=1.33) + cells on coverslip #1 (0.13 mm) + oil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Mounting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713232"/>
            <a:ext cx="8503920" cy="90068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998982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99898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749808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43000" y="758952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(n=1.33) creates index mismatch with oil (n=1.515). Severe spherical aberration in Z.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1668780"/>
            <a:ext cx="8503920" cy="90068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1954530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195453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" y="1705356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3000" y="1714500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(n=1.59) mismatches oil (n=1.515). Plastic thickness is also uncontrolled and much too thick.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2624328"/>
            <a:ext cx="8503920" cy="900684"/>
          </a:xfrm>
          <a:prstGeom prst="rect">
            <a:avLst/>
          </a:prstGeom>
          <a:solidFill>
            <a:srgbClr val="0F231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2910078"/>
            <a:ext cx="329184" cy="3291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291007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2960" y="2660904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3000" y="2670048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Mowiol (n≈1.52) ≈ oil (n=1.515) ≈ glass → minimal aberration. Coverslip #1.5 = 0.17 mm matches objective correction. Cells are on the coverslip closest to the objective.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" y="3579876"/>
            <a:ext cx="8503920" cy="90068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3865626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38656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2960" y="3616452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43000" y="3625596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errors: (1) water n=1.33 mismatches oil. (2) Coverslip #1 = 0.13 mm ≠ 0.17 mm — objective is not corrected for this thickness. Cells must be on the coverslip closest to the objective.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Z-Step &amp; Nyquist Criterion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658368"/>
            <a:ext cx="8503920" cy="86868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658368"/>
            <a:ext cx="54864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694944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Axial resolution = 600 nm. Which z-step satisfies the Nyquist criterion?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210641" y="1581912"/>
            <a:ext cx="4722718" cy="164592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361" y="1627632"/>
            <a:ext cx="4631278" cy="1554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56361" y="3236976"/>
            <a:ext cx="46312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Oversampled (dz=100 nm, left) vs Nyquist sampling (dz=?, right) — axial PSF = 600 nm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20040" y="3502152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11480" y="3462147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1480" y="346214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04672" y="3538728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nm — twice the axial resolution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20040" y="3769614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11480" y="3729609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1480" y="372960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04672" y="3806190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nm — equal to the axial resolution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320040" y="4037076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11480" y="3997071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11480" y="39970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804672" y="4073652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nm — half the axial resolution (Nyquist criterion)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320040" y="4304538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4264533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11480" y="42645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804672" y="4341114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nm — the smaller the better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Z-Step &amp; Nyquist Criterion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658368"/>
            <a:ext cx="8503920" cy="86868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658368"/>
            <a:ext cx="54864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694944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Axial resolution = 600 nm. Which z-step satisfies the Nyquist criterion?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20040" y="3502152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3462147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346214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4672" y="3538728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nm — twice the axial resolution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0040" y="3769614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3729609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372960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04672" y="3806190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nm — equal to the axial resolution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0040" y="4037076"/>
            <a:ext cx="8503920" cy="212598"/>
          </a:xfrm>
          <a:prstGeom prst="rect">
            <a:avLst/>
          </a:prstGeom>
          <a:solidFill>
            <a:srgbClr val="0F231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3997071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9970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" y="4073652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nm — half the axial resolution (Nyquist criterion)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20040" y="4304538"/>
            <a:ext cx="8503920" cy="212598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4264533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2645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4672" y="4341114"/>
            <a:ext cx="7863840" cy="139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nm — the smaller the better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Z-Step &amp; Nyquist Criterion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713232"/>
            <a:ext cx="8503920" cy="90068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998982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99898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749808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43000" y="758952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nm = 2× resolution → severe under-sampling, loss of axial structures.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1668780"/>
            <a:ext cx="8503920" cy="90068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1954530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195453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" y="1705356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3000" y="1714500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at exactly the resolution still under-samples (need at least 2 samples per period).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2624328"/>
            <a:ext cx="8503920" cy="900684"/>
          </a:xfrm>
          <a:prstGeom prst="rect">
            <a:avLst/>
          </a:prstGeom>
          <a:solidFill>
            <a:srgbClr val="0F231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2910078"/>
            <a:ext cx="329184" cy="3291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291007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2960" y="2660904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3000" y="2670048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Nyquist: dz ≤ resolution / 2 = 600/2 = 300 nm. The right panel shows 3 slices sampling the 600 nm PSF.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" y="3579876"/>
            <a:ext cx="8503920" cy="90068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3865626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38656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2960" y="3616452"/>
            <a:ext cx="27432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43000" y="3625596"/>
            <a:ext cx="758952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nm = over-sampling: no information gain, more photobleaching, longer acquisition time.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Bonus — Photobleaching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658368"/>
            <a:ext cx="8503920" cy="86868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658368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694944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drops in later-acquired channels during z-stack. Which statements correctly explain or address photobleaching?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20040" y="1627632"/>
            <a:ext cx="8503920" cy="53401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748333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17483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4672" y="1664208"/>
            <a:ext cx="786384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AF568 bleaches faster than DAPI because rhodamine-based dyes are generally less photostable than coumarins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0040" y="2216506"/>
            <a:ext cx="8503920" cy="53401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2337206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23372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04672" y="2253082"/>
            <a:ext cx="786384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acquisition (one laser at a time) always reduces total photobleaching vs simultaneous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0040" y="2805379"/>
            <a:ext cx="8503920" cy="53401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926080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04672" y="2841955"/>
            <a:ext cx="786384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laser power and compensating with higher detector gain preserves fluorophore lifetime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20040" y="3394253"/>
            <a:ext cx="8503920" cy="53401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3514954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35149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4672" y="3430829"/>
            <a:ext cx="786384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the z-stack bottom → top protects the brightest planes from bleaching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20040" y="3983126"/>
            <a:ext cx="8503920" cy="53401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1480" y="4103827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410382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04672" y="4019702"/>
            <a:ext cx="786384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z-step from 300 nm to 1 µm significantly reduces photobleaching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solidFill>
            <a:srgbClr val="1C1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Question bonus — sélectionnez toutes les réponses que vous pensez correctes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Bonus — Photobleaching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658368"/>
            <a:ext cx="8503920" cy="86868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658368"/>
            <a:ext cx="54864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694944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drops in later-acquired channels during z-stack. Which statements correctly explain or address photobleaching?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20040" y="1627632"/>
            <a:ext cx="8503920" cy="534010"/>
          </a:xfrm>
          <a:prstGeom prst="rect">
            <a:avLst/>
          </a:prstGeom>
          <a:solidFill>
            <a:srgbClr val="0F231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748333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17483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4672" y="1664208"/>
            <a:ext cx="786384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AF568 bleaches faster than DAPI because rhodamine-based dyes are generally less photostable than coumarins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0040" y="2216506"/>
            <a:ext cx="8503920" cy="53401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2337206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23372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04672" y="2253082"/>
            <a:ext cx="786384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acquisition (one laser at a time) always reduces total photobleaching vs simultaneous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0040" y="2805379"/>
            <a:ext cx="8503920" cy="534010"/>
          </a:xfrm>
          <a:prstGeom prst="rect">
            <a:avLst/>
          </a:prstGeom>
          <a:solidFill>
            <a:srgbClr val="0F231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92608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" y="2841955"/>
            <a:ext cx="786384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laser power and compensating with higher detector gain preserves fluorophore lifetime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20040" y="3394253"/>
            <a:ext cx="8503920" cy="53401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3514954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35149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4672" y="3430829"/>
            <a:ext cx="786384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the z-stack bottom → top protects the brightest planes from bleaching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20040" y="3983126"/>
            <a:ext cx="8503920" cy="534010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1480" y="4103827"/>
            <a:ext cx="292608" cy="292608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410382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04672" y="4019702"/>
            <a:ext cx="786384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z-step from 300 nm to 1 µm significantly reduces photobleaching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solidFill>
            <a:srgbClr val="1E2D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76272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Bonus — Photobleaching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3168"/>
            <a:ext cx="1097280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713232"/>
            <a:ext cx="8503920" cy="709574"/>
          </a:xfrm>
          <a:prstGeom prst="rect">
            <a:avLst/>
          </a:prstGeom>
          <a:solidFill>
            <a:srgbClr val="0F231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903427"/>
            <a:ext cx="329184" cy="3291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90342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749808"/>
            <a:ext cx="274320" cy="636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43000" y="758952"/>
            <a:ext cx="7589520" cy="618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Rhodamines (AF568) are less photostable than coumarins (DAPI). Visible in the steeper decay curve.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1477670"/>
            <a:ext cx="8503920" cy="70957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1667866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16678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" y="1514246"/>
            <a:ext cx="274320" cy="636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3000" y="1523390"/>
            <a:ext cx="7589520" cy="618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acquisition reduces bleed-through but does NOT reduce total bleaching — each plane is still illuminated the same total time per channel.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2242109"/>
            <a:ext cx="8503920" cy="709574"/>
          </a:xfrm>
          <a:prstGeom prst="rect">
            <a:avLst/>
          </a:prstGeom>
          <a:solidFill>
            <a:srgbClr val="0F231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2432304"/>
            <a:ext cx="329184" cy="3291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2960" y="2278685"/>
            <a:ext cx="274320" cy="636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3000" y="2287829"/>
            <a:ext cx="7589520" cy="618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Bleaching rate ∝ intensity². Halving laser power reduces bleaching ~4×. Compensating with gain only adds shot noise — a good trade-off.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" y="3006547"/>
            <a:ext cx="8503920" cy="70957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3196742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319674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2960" y="3043123"/>
            <a:ext cx="274320" cy="636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43000" y="3052267"/>
            <a:ext cx="7589520" cy="618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direction has no meaningful effect on bleaching. The brightest planes are not predictably at the bottom.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20040" y="3770986"/>
            <a:ext cx="8503920" cy="709574"/>
          </a:xfrm>
          <a:prstGeom prst="rect">
            <a:avLst/>
          </a:prstGeom>
          <a:solidFill>
            <a:srgbClr val="2D0F0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3961181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1480" y="396118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22960" y="3807562"/>
            <a:ext cx="274320" cy="636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43000" y="3816706"/>
            <a:ext cx="7589520" cy="618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slices reduce total volume illumination but violate the Nyquist criterion (300 nm was already the minimum). Each slice still bleaches at the same rate.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Confocal Quiz — Corrigé complet</dc:title>
  <dc:subject>PptxGenJS Presentation</dc:subject>
  <dc:creator>PptxGenJS</dc:creator>
  <cp:lastModifiedBy>PptxGenJS</cp:lastModifiedBy>
  <cp:revision>1</cp:revision>
  <dcterms:created xsi:type="dcterms:W3CDTF">2026-02-26T13:02:20Z</dcterms:created>
  <dcterms:modified xsi:type="dcterms:W3CDTF">2026-02-26T13:02:20Z</dcterms:modified>
</cp:coreProperties>
</file>